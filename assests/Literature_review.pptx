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51d0a210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51d0a210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c4f1e72b9f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c4f1e72b9f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4f1e72b9f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4f1e72b9f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4f1e72b9f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4f1e72b9f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4f1e72b9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4f1e72b9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5569ff75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5569ff75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dcadfb2da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cdcadfb2da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dcadfb2da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dcadfb2da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5569ff75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5569ff75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5569ff75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c5569ff75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5569ff75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5569ff75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5569ff75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5569ff75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5569ff750_4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5569ff750_4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5569ff75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5569ff75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5569ff750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c5569ff750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Relationship Id="rId4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Relationship Id="rId4" Type="http://schemas.openxmlformats.org/officeDocument/2006/relationships/hyperlink" Target="https://aclanthology.org/2024.acl-long.579/" TargetMode="External"/><Relationship Id="rId10" Type="http://schemas.openxmlformats.org/officeDocument/2006/relationships/hyperlink" Target="https://aclanthology.org/2024.findings-acl.619/" TargetMode="External"/><Relationship Id="rId9" Type="http://schemas.openxmlformats.org/officeDocument/2006/relationships/hyperlink" Target="https://aclanthology.org/2024.findings-acl.48/" TargetMode="External"/><Relationship Id="rId5" Type="http://schemas.openxmlformats.org/officeDocument/2006/relationships/hyperlink" Target="https://proceedings.neurips.cc/paper_files/paper/2024/file/217bb44ab14621754db8a392163e6b07-Paper-Datasets_and_Benchmarks_Track.pdf" TargetMode="External"/><Relationship Id="rId6" Type="http://schemas.openxmlformats.org/officeDocument/2006/relationships/hyperlink" Target="https://github.com/google/spiqa" TargetMode="External"/><Relationship Id="rId7" Type="http://schemas.openxmlformats.org/officeDocument/2006/relationships/hyperlink" Target="https://open.metu.edu.tr/bitstream/handle/11511/111317/knowledge-graph-augmented-multi-hop-question-answering-using-large-language-models.pdf" TargetMode="External"/><Relationship Id="rId8" Type="http://schemas.openxmlformats.org/officeDocument/2006/relationships/hyperlink" Target="https://openaccess.thecvf.com/content/CVPR2024/html/Blau_GRAM_Global_Reasoning_for_Multi-Page_VQA_CVPR_2024_paper.html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Relationship Id="rId4" Type="http://schemas.openxmlformats.org/officeDocument/2006/relationships/hyperlink" Target="https://openaccess.thecvf.com/content/CVPR2023/html/Liu_LLaVA_Large_Language_and_Vision_Assistant_CVPR_2023_paper.html" TargetMode="External"/><Relationship Id="rId10" Type="http://schemas.openxmlformats.org/officeDocument/2006/relationships/hyperlink" Target="https://papers.nips.cc/paper_files/paper/2023/hash/7c6e6f9b0e9e3a2fbbf5e91d3b3a9c72-Abstract-Conference.html" TargetMode="External"/><Relationship Id="rId9" Type="http://schemas.openxmlformats.org/officeDocument/2006/relationships/hyperlink" Target="https://papers.nips.cc/paper_files/paper/2023/hash/f3b9c98b5d5d8e6f98c2f8adf0c0e5a7-Abstract-Conference.html" TargetMode="External"/><Relationship Id="rId5" Type="http://schemas.openxmlformats.org/officeDocument/2006/relationships/hyperlink" Target="https://openaccess.thecvf.com/content/CVPR2023/html/Gupta_VisProg_Programmatic_Visual_Reasoning_With_Large_Language_Models_CVPR_2023_paper.html" TargetMode="External"/><Relationship Id="rId6" Type="http://schemas.openxmlformats.org/officeDocument/2006/relationships/hyperlink" Target="https://aclanthology.org/2023.acl-long.693/" TargetMode="External"/><Relationship Id="rId7" Type="http://schemas.openxmlformats.org/officeDocument/2006/relationships/hyperlink" Target="https://aclanthology.org/2023.acl-long.656/" TargetMode="External"/><Relationship Id="rId8" Type="http://schemas.openxmlformats.org/officeDocument/2006/relationships/hyperlink" Target="https://aclanthology.org/2023.acl-long.315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m left side you changes the presenter name , presenter name is gaurav , sayanti , mehak as mentioned in first page , also i just wanted you to replace literature review presenation to milestone 1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n you beutify table fo content more 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338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i want to make a ppt for a literature review . give  me some slide backgroud " id="76" name="Google Shape;7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2" y="26788"/>
            <a:ext cx="9144000" cy="508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7"/>
          <p:cNvPicPr preferRelativeResize="0"/>
          <p:nvPr/>
        </p:nvPicPr>
        <p:blipFill rotWithShape="1">
          <a:blip r:embed="rId4">
            <a:alphaModFix/>
          </a:blip>
          <a:srcRect b="1277" l="0" r="0" t="1267"/>
          <a:stretch/>
        </p:blipFill>
        <p:spPr>
          <a:xfrm>
            <a:off x="0" y="0"/>
            <a:ext cx="9455700" cy="5147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slide 6 in same color like rest of slides" id="82" name="Google Shape;8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9"/>
          <p:cNvPicPr preferRelativeResize="0"/>
          <p:nvPr/>
        </p:nvPicPr>
        <p:blipFill rotWithShape="1">
          <a:blip r:embed="rId3">
            <a:alphaModFix/>
          </a:blip>
          <a:srcRect b="100" l="0" r="0" t="90"/>
          <a:stretch/>
        </p:blipFill>
        <p:spPr>
          <a:xfrm>
            <a:off x="2" y="26788"/>
            <a:ext cx="9144000" cy="5098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20"/>
          <p:cNvPicPr preferRelativeResize="0"/>
          <p:nvPr/>
        </p:nvPicPr>
        <p:blipFill rotWithShape="1">
          <a:blip r:embed="rId3">
            <a:alphaModFix/>
          </a:blip>
          <a:srcRect b="0" l="1681" r="1681" t="0"/>
          <a:stretch/>
        </p:blipFill>
        <p:spPr>
          <a:xfrm>
            <a:off x="0" y="-137775"/>
            <a:ext cx="9144000" cy="5285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slide 9 in same color like rest of slides " id="101" name="Google Shape;1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slide 11 in same color like rest of slides" id="106" name="Google Shape;10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n you change heading of slide 13 advantages to conclusion " id="111" name="Google Shape;11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slide 15 " id="116" name="Google Shape;11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8126" y="0"/>
            <a:ext cx="924025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i want to make a ppt for a literature review . give  me some slide backgroud " id="123" name="Google Shape;12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" y="26788"/>
            <a:ext cx="9144000" cy="508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5"/>
          <p:cNvSpPr txBox="1"/>
          <p:nvPr/>
        </p:nvSpPr>
        <p:spPr>
          <a:xfrm>
            <a:off x="43325" y="32475"/>
            <a:ext cx="9020100" cy="50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•Multimodal Reasoning with Multimodal Knowledge Graph. ACL 2024. </a:t>
            </a:r>
            <a:r>
              <a:rPr lang="en-GB" sz="1600" u="sng">
                <a:solidFill>
                  <a:schemeClr val="hlink"/>
                </a:solidFill>
                <a:hlinkClick r:id="rId4"/>
              </a:rPr>
              <a:t>https://aclanthology.org/2024.acl-long.579/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•NeurIPS 2024 Datasets &amp; Benchmarks Track paper (PDF). </a:t>
            </a:r>
            <a:r>
              <a:rPr lang="en-GB" sz="1600" u="sng">
                <a:solidFill>
                  <a:schemeClr val="hlink"/>
                </a:solidFill>
                <a:hlinkClick r:id="rId5"/>
              </a:rPr>
              <a:t>https://proceedings.neurips.cc/paper_files/paper/2024/file/217bb44ab14621754db8a392163e6b07-Paper-Datasets_and_Benchmarks_Track.pdf</a:t>
            </a:r>
            <a:r>
              <a:rPr lang="en-GB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•SPIQA: Scientific Paper Information and Question Answering. GitHub. </a:t>
            </a:r>
            <a:r>
              <a:rPr lang="en-GB" sz="1600" u="sng">
                <a:solidFill>
                  <a:schemeClr val="hlink"/>
                </a:solidFill>
                <a:hlinkClick r:id="rId6"/>
              </a:rPr>
              <a:t>https://github.com/google/spiqa</a:t>
            </a:r>
            <a:r>
              <a:rPr lang="en-GB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•Knowledge-Graph Augmented Multi-hop Question Answering using Large Language Models. METU Thesis &amp; Project.  </a:t>
            </a:r>
            <a:r>
              <a:rPr lang="en-GB" sz="1600" u="sng">
                <a:solidFill>
                  <a:schemeClr val="hlink"/>
                </a:solidFill>
                <a:hlinkClick r:id="rId7"/>
              </a:rPr>
              <a:t>https://open.metu.edu.tr/bitstream/handle/11511/111317/knowledge-graph-augmented-multi-hop-question-answering-using-large-language-models.pdf</a:t>
            </a:r>
            <a:r>
              <a:rPr lang="en-GB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•GRAM: Global Reasoning for Multi-Page VQA. CVPR 2024. </a:t>
            </a:r>
            <a:r>
              <a:rPr lang="en-GB" sz="1600" u="sng">
                <a:solidFill>
                  <a:schemeClr val="hlink"/>
                </a:solidFill>
                <a:hlinkClick r:id="rId8"/>
              </a:rPr>
              <a:t>https://openaccess.thecvf.com/content/CVPR2024/html/Blau_GRAM_Global_Reasoning_for_Multi-Page_VQA_CVPR_2024_paper.html</a:t>
            </a:r>
            <a:r>
              <a:rPr lang="en-GB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•ACL Findings 2024 paper. </a:t>
            </a:r>
            <a:r>
              <a:rPr lang="en-GB" sz="1600" u="sng">
                <a:solidFill>
                  <a:schemeClr val="hlink"/>
                </a:solidFill>
                <a:hlinkClick r:id="rId9"/>
              </a:rPr>
              <a:t>https://aclanthology.org/2024.findings-acl.48/</a:t>
            </a:r>
            <a:r>
              <a:rPr lang="en-GB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•ACL Findings 2024 paper. </a:t>
            </a:r>
            <a:r>
              <a:rPr lang="en-GB" sz="1600" u="sng">
                <a:solidFill>
                  <a:schemeClr val="hlink"/>
                </a:solidFill>
                <a:hlinkClick r:id="rId10"/>
              </a:rPr>
              <a:t>https://aclanthology.org/2024.findings-acl.619/</a:t>
            </a:r>
            <a:r>
              <a:rPr lang="en-GB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i want to make a ppt for a literature review . give  me some slide backgroud " id="131" name="Google Shape;13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" y="26788"/>
            <a:ext cx="9144000" cy="508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6"/>
          <p:cNvSpPr txBox="1"/>
          <p:nvPr/>
        </p:nvSpPr>
        <p:spPr>
          <a:xfrm>
            <a:off x="21650" y="75800"/>
            <a:ext cx="9074100" cy="50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</a:rPr>
              <a:t>•LLaVA: Large Language and Vision Assistant. CVPR 2023. </a:t>
            </a:r>
            <a:r>
              <a:rPr lang="en-GB" sz="1700" u="sng">
                <a:solidFill>
                  <a:schemeClr val="hlink"/>
                </a:solidFill>
                <a:hlinkClick r:id="rId4"/>
              </a:rPr>
              <a:t>https://openaccess.thecvf.com/content/CVPR2023/html/Liu_LLaVA_Large_Language_and_Vision_Assistant_CVPR_2023_paper.html</a:t>
            </a:r>
            <a:r>
              <a:rPr lang="en-GB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</a:rPr>
              <a:t>•VisProg: Programmatic Visual Reasoning with Large Language Models. CVPR 2023. </a:t>
            </a:r>
            <a:r>
              <a:rPr lang="en-GB" sz="1700" u="sng">
                <a:solidFill>
                  <a:schemeClr val="hlink"/>
                </a:solidFill>
                <a:hlinkClick r:id="rId5"/>
              </a:rPr>
              <a:t>https://openaccess.thecvf.com/content/CVPR2023/html/Gupta_VisProg_Programmatic_Visual_Reasoning_With_Large_Language_Models_CVPR_2023_paper.html</a:t>
            </a:r>
            <a:r>
              <a:rPr lang="en-GB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</a:rPr>
              <a:t>•Masry et al., ACL 2023 Long Paper. </a:t>
            </a:r>
            <a:r>
              <a:rPr lang="en-GB" sz="1700" u="sng">
                <a:solidFill>
                  <a:schemeClr val="hlink"/>
                </a:solidFill>
                <a:hlinkClick r:id="rId6"/>
              </a:rPr>
              <a:t>https://aclanthology.org/2023.acl-long.693/</a:t>
            </a:r>
            <a:r>
              <a:rPr lang="en-GB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</a:rPr>
              <a:t>•Zhang et al., ACL 2023 Long Paper. </a:t>
            </a:r>
            <a:r>
              <a:rPr lang="en-GB" sz="1700" u="sng">
                <a:solidFill>
                  <a:schemeClr val="hlink"/>
                </a:solidFill>
                <a:hlinkClick r:id="rId7"/>
              </a:rPr>
              <a:t>https://aclanthology.org/2023.acl-long.656/</a:t>
            </a:r>
            <a:r>
              <a:rPr lang="en-GB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</a:rPr>
              <a:t>•Liu et al., ACL 2023 Long Paper. </a:t>
            </a:r>
            <a:r>
              <a:rPr lang="en-GB" sz="1700" u="sng">
                <a:solidFill>
                  <a:schemeClr val="hlink"/>
                </a:solidFill>
                <a:hlinkClick r:id="rId8"/>
              </a:rPr>
              <a:t>https://aclanthology.org/2023.acl-long.315/</a:t>
            </a:r>
            <a:r>
              <a:rPr lang="en-GB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</a:rPr>
              <a:t>•Peng et al., NeurIPS 2023. </a:t>
            </a:r>
            <a:r>
              <a:rPr lang="en-GB" sz="1700" u="sng">
                <a:solidFill>
                  <a:schemeClr val="hlink"/>
                </a:solidFill>
                <a:hlinkClick r:id="rId9"/>
              </a:rPr>
              <a:t>https://papers.nips.cc/paper_files/paper/2023/hash/f3b9c98b5d5d8e6f98c2f8adf0c0e5a7-Abstract-Conference.html</a:t>
            </a:r>
            <a:r>
              <a:rPr lang="en-GB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</a:rPr>
              <a:t>•Dai et al., NeurIPS 2023. </a:t>
            </a:r>
            <a:r>
              <a:rPr lang="en-GB" sz="1700" u="sng">
                <a:solidFill>
                  <a:schemeClr val="hlink"/>
                </a:solidFill>
                <a:hlinkClick r:id="rId10"/>
              </a:rPr>
              <a:t>https://papers.nips.cc/paper_files/paper/2023/hash/7c6e6f9b0e9e3a2fbbf5e91d3b3a9c72-Abstract-Conference.html</a:t>
            </a:r>
            <a:r>
              <a:rPr lang="en-GB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dify slide 15 , beautfiy it , its the ending thank you page " id="137" name="Google Shape;13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8126" y="0"/>
            <a:ext cx="924025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